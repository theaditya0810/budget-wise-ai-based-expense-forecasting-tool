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19" autoAdjust="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Budget wise AI Based expense forecasting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ADITYA RAJ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/>
              <a:t>Project AI-Based Expense Forecasting Tool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/>
              <a:t>A smart tool that tracks user expenses , categorizes them ,and forecasts future spending patterns using AI/ML for models. It helps individuals and businesses manage budgets effectively, predict overspending, and provide actionable insights. 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0F5B-4024-E0BE-01AE-2F08096D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07A2-494D-42E7-4087-FA834459F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en-IN" sz="2400" b="1" dirty="0"/>
              <a:t>Why we need this tool.</a:t>
            </a:r>
            <a:endParaRPr lang="en-IN" dirty="0"/>
          </a:p>
          <a:p>
            <a:r>
              <a:rPr lang="en-IN" dirty="0"/>
              <a:t>People overspend without realizing , </a:t>
            </a:r>
            <a:r>
              <a:rPr lang="en-US" dirty="0"/>
              <a:t>leading to poor financial control.</a:t>
            </a:r>
            <a:endParaRPr lang="en-IN" dirty="0"/>
          </a:p>
          <a:p>
            <a:r>
              <a:rPr lang="en-US" dirty="0"/>
              <a:t>Manual budgeting → time-consuming &amp; error-prone.</a:t>
            </a:r>
          </a:p>
          <a:p>
            <a:r>
              <a:rPr lang="en-US" dirty="0"/>
              <a:t>Future spending is hard to estimate without proper data analysis or forecasting tools.</a:t>
            </a:r>
          </a:p>
          <a:p>
            <a:r>
              <a:rPr lang="en-US" dirty="0"/>
              <a:t>Existing tools often </a:t>
            </a:r>
            <a:r>
              <a:rPr lang="en-US" b="1" dirty="0"/>
              <a:t>show past data</a:t>
            </a:r>
            <a:r>
              <a:rPr lang="en-US" dirty="0"/>
              <a:t> but </a:t>
            </a:r>
            <a:r>
              <a:rPr lang="en-US" b="1" dirty="0"/>
              <a:t>don’t predict future expenses</a:t>
            </a:r>
            <a:r>
              <a:rPr lang="en-US" dirty="0"/>
              <a:t> or alert users before overspending.</a:t>
            </a:r>
          </a:p>
          <a:p>
            <a:r>
              <a:rPr lang="en-US" dirty="0"/>
              <a:t>Many users find it difficult to </a:t>
            </a:r>
            <a:r>
              <a:rPr lang="en-US" b="1" dirty="0"/>
              <a:t>set and track budgets dynamically</a:t>
            </a:r>
            <a:r>
              <a:rPr lang="en-US" dirty="0"/>
              <a:t> as their financial habits change.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25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B32A-A692-F565-F165-8BC921F9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Why AI for Expense Forecasting?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B383-3C5C-AC54-C6FC-8889AEACB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33728"/>
            <a:ext cx="10353762" cy="443788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Learns spending habits ---</a:t>
            </a:r>
            <a:r>
              <a:rPr lang="en-US" dirty="0"/>
              <a:t> AI models analyze user behavior and identify unique spending patterns over time.</a:t>
            </a:r>
          </a:p>
          <a:p>
            <a:r>
              <a:rPr lang="en-US" b="1" dirty="0"/>
              <a:t>Predicts future expenses</a:t>
            </a:r>
            <a:r>
              <a:rPr lang="en-US" dirty="0"/>
              <a:t> --- Uses machine learning and time-series forecasting to estimate upcoming expenditures accurately.</a:t>
            </a:r>
          </a:p>
          <a:p>
            <a:r>
              <a:rPr lang="en-US" b="1" dirty="0"/>
              <a:t>Gives real-time budget alerts ---</a:t>
            </a:r>
            <a:r>
              <a:rPr lang="en-US" dirty="0"/>
              <a:t> Notifies users when they’re likely to exceed budget limits based on predictive analysis.</a:t>
            </a:r>
          </a:p>
          <a:p>
            <a:r>
              <a:rPr lang="en-US" b="1" dirty="0"/>
              <a:t>Personalized financial insights</a:t>
            </a:r>
            <a:r>
              <a:rPr lang="en-US" dirty="0"/>
              <a:t> --- Generates customized recommendations tailored to each user’s lifestyle and goals.</a:t>
            </a:r>
          </a:p>
          <a:p>
            <a:r>
              <a:rPr lang="en-US" b="1" dirty="0"/>
              <a:t>Adapts to user behavior</a:t>
            </a:r>
            <a:r>
              <a:rPr lang="en-US" dirty="0"/>
              <a:t> --- Continuously improves predictions as it learns from new transaction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91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F6C2-CE27-6830-7210-EA59BB79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62128"/>
            <a:ext cx="10353762" cy="1286256"/>
          </a:xfrm>
        </p:spPr>
        <p:txBody>
          <a:bodyPr/>
          <a:lstStyle/>
          <a:p>
            <a:r>
              <a:rPr lang="en-IN" dirty="0"/>
              <a:t>Real-Life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0C874-9F51-5BDA-E353-75665DD85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8384"/>
            <a:ext cx="10353762" cy="5047488"/>
          </a:xfrm>
        </p:spPr>
        <p:txBody>
          <a:bodyPr/>
          <a:lstStyle/>
          <a:p>
            <a:r>
              <a:rPr lang="en-US" b="1" dirty="0"/>
              <a:t>Personal Finance Management:</a:t>
            </a:r>
            <a:br>
              <a:rPr lang="en-US" dirty="0"/>
            </a:br>
            <a:r>
              <a:rPr lang="en-US" dirty="0"/>
              <a:t>Individuals can track daily expenses, monitor spending patterns, and get forecasts to avoid overspending.</a:t>
            </a:r>
          </a:p>
          <a:p>
            <a:r>
              <a:rPr lang="en-US" b="1" dirty="0"/>
              <a:t>Household Budgeting:</a:t>
            </a:r>
            <a:br>
              <a:rPr lang="en-US" dirty="0"/>
            </a:br>
            <a:r>
              <a:rPr lang="en-US" dirty="0"/>
              <a:t>Families can collectively track shared expenses and forecast monthly spending trends.</a:t>
            </a:r>
          </a:p>
          <a:p>
            <a:r>
              <a:rPr lang="en-US" b="1" dirty="0"/>
              <a:t>Travel &amp; Event Planning:</a:t>
            </a:r>
            <a:br>
              <a:rPr lang="en-US" dirty="0"/>
            </a:br>
            <a:r>
              <a:rPr lang="en-US" dirty="0"/>
              <a:t>Predicts total trip/event expenses based on past similar activities and provides cost-saving suggestions.</a:t>
            </a:r>
          </a:p>
          <a:p>
            <a:r>
              <a:rPr lang="en-US" b="1" dirty="0"/>
              <a:t>Expense Optimization for Students or Employees:</a:t>
            </a:r>
            <a:br>
              <a:rPr lang="en-US" dirty="0"/>
            </a:br>
            <a:r>
              <a:rPr lang="en-US" dirty="0"/>
              <a:t>Helps individuals on fixed stipends or salaries plan expenses and save more efficiently.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47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2561-1766-B200-9C83-E479A70E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ECBFC-F24F-B9D2-3082-A2B45750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45920"/>
            <a:ext cx="10353762" cy="4791456"/>
          </a:xfrm>
        </p:spPr>
        <p:txBody>
          <a:bodyPr/>
          <a:lstStyle/>
          <a:p>
            <a:r>
              <a:rPr lang="en-US" dirty="0"/>
              <a:t>The tool will provide </a:t>
            </a:r>
            <a:r>
              <a:rPr lang="en-US" b="1" dirty="0"/>
              <a:t>budget alerts and personalized insights</a:t>
            </a:r>
            <a:r>
              <a:rPr lang="en-US" dirty="0"/>
              <a:t> to help users make informed financial decisions.</a:t>
            </a:r>
          </a:p>
          <a:p>
            <a:r>
              <a:rPr lang="en-US" dirty="0"/>
              <a:t>The scope covers </a:t>
            </a:r>
            <a:r>
              <a:rPr lang="en-US" b="1" dirty="0"/>
              <a:t>data preprocessing, model training, forecasting, and visualization</a:t>
            </a:r>
            <a:r>
              <a:rPr lang="en-US" dirty="0"/>
              <a:t>, all implemented in Python.</a:t>
            </a:r>
          </a:p>
          <a:p>
            <a:r>
              <a:rPr lang="en-US" dirty="0"/>
              <a:t>The project aims to </a:t>
            </a:r>
            <a:r>
              <a:rPr lang="en-US" b="1" dirty="0"/>
              <a:t>develop an AI-powered expense tracking and forecasting system</a:t>
            </a:r>
            <a:r>
              <a:rPr lang="en-US" dirty="0"/>
              <a:t> for individuals and small businesses.</a:t>
            </a:r>
          </a:p>
          <a:p>
            <a:r>
              <a:rPr lang="en-US" dirty="0"/>
              <a:t>The system will </a:t>
            </a:r>
            <a:r>
              <a:rPr lang="en-US" b="1" dirty="0"/>
              <a:t>analyze user transaction data</a:t>
            </a:r>
            <a:r>
              <a:rPr lang="en-US" dirty="0"/>
              <a:t>, categorize expenses automatically, and </a:t>
            </a:r>
            <a:r>
              <a:rPr lang="en-US" b="1" dirty="0"/>
              <a:t>predict future spending patterns</a:t>
            </a:r>
            <a:r>
              <a:rPr lang="en-US" dirty="0"/>
              <a:t> using AI/ML models.</a:t>
            </a:r>
          </a:p>
          <a:p>
            <a:r>
              <a:rPr lang="en-US" dirty="0"/>
              <a:t>The project focuses on </a:t>
            </a:r>
            <a:r>
              <a:rPr lang="en-US" b="1" dirty="0"/>
              <a:t>monthly and category-wise expense forecasting</a:t>
            </a:r>
            <a:r>
              <a:rPr lang="en-US" dirty="0"/>
              <a:t> to assist in better financial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63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2C6B-5345-302A-58E4-17779F86C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Feature Engineering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08FC-2353-B491-C4EF-7A7FD814E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5338"/>
            <a:ext cx="10353762" cy="499788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Month, Weekday, and Seasonality:</a:t>
            </a:r>
            <a:br>
              <a:rPr lang="en-US" dirty="0"/>
            </a:br>
            <a:r>
              <a:rPr lang="en-US" dirty="0"/>
              <a:t>Extracts date-based features (month, week, weekday, weekend flag) to capture periodic spending behavior.</a:t>
            </a:r>
          </a:p>
          <a:p>
            <a:r>
              <a:rPr lang="en-US" b="1" dirty="0"/>
              <a:t>Cumulative Spending Patterns:</a:t>
            </a:r>
            <a:br>
              <a:rPr lang="en-US" dirty="0"/>
            </a:br>
            <a:r>
              <a:rPr lang="en-US" dirty="0"/>
              <a:t>Calculates running totals and moving averages to understand gradual spending trends over time.</a:t>
            </a:r>
          </a:p>
          <a:p>
            <a:r>
              <a:rPr lang="en-US" b="1" dirty="0"/>
              <a:t>Category Grouping:</a:t>
            </a:r>
            <a:br>
              <a:rPr lang="en-US" dirty="0"/>
            </a:br>
            <a:r>
              <a:rPr lang="en-US" dirty="0"/>
              <a:t>Groups expenses by categories such as Food, Travel, Shopping, Bills, etc., to analyze and forecast category-specific trends.</a:t>
            </a:r>
          </a:p>
          <a:p>
            <a:r>
              <a:rPr lang="en-US" b="1" dirty="0"/>
              <a:t>Budget Deviation Feature:</a:t>
            </a:r>
            <a:br>
              <a:rPr lang="en-US" dirty="0"/>
            </a:br>
            <a:r>
              <a:rPr lang="en-US" dirty="0"/>
              <a:t>Measures difference between actual and budgeted spending to improve forecasting feedback.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12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F9CF-F4EB-CBD9-4F9B-C328EC4E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Series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D4D0-B28F-E202-D10C-1813DD82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287774"/>
          </a:xfrm>
        </p:spPr>
        <p:txBody>
          <a:bodyPr>
            <a:normAutofit/>
          </a:bodyPr>
          <a:lstStyle/>
          <a:p>
            <a:r>
              <a:rPr lang="en-US" sz="2000" b="1" dirty="0"/>
              <a:t>Historical Data Analysis:</a:t>
            </a:r>
            <a:br>
              <a:rPr lang="en-US" sz="2000" dirty="0"/>
            </a:br>
            <a:r>
              <a:rPr lang="en-US" sz="2000" dirty="0"/>
              <a:t>Uses past expense data (daily, weekly, or monthly) to identify spending trends and seasonal patterns.</a:t>
            </a:r>
          </a:p>
          <a:p>
            <a:r>
              <a:rPr lang="en-US" sz="2000" b="1" dirty="0"/>
              <a:t>Model-Based Predictions:</a:t>
            </a:r>
            <a:br>
              <a:rPr lang="en-US" sz="2000" dirty="0"/>
            </a:br>
            <a:r>
              <a:rPr lang="en-US" sz="2000" dirty="0"/>
              <a:t>Employs time series models like </a:t>
            </a:r>
            <a:r>
              <a:rPr lang="en-US" sz="2000" b="1" dirty="0"/>
              <a:t>ARIMA</a:t>
            </a:r>
            <a:r>
              <a:rPr lang="en-US" sz="2000" dirty="0"/>
              <a:t>, </a:t>
            </a:r>
            <a:r>
              <a:rPr lang="en-US" sz="2000" b="1" dirty="0"/>
              <a:t>SARIMAX</a:t>
            </a:r>
            <a:r>
              <a:rPr lang="en-US" sz="2000" dirty="0"/>
              <a:t>, or </a:t>
            </a:r>
            <a:r>
              <a:rPr lang="en-US" sz="2000" b="1" dirty="0"/>
              <a:t>Facebook Prophet</a:t>
            </a:r>
            <a:r>
              <a:rPr lang="en-US" sz="2000" dirty="0"/>
              <a:t> to forecast future expenses.</a:t>
            </a:r>
          </a:p>
          <a:p>
            <a:r>
              <a:rPr lang="en-US" sz="2000" b="1" dirty="0"/>
              <a:t>Trend and Seasonality Detection:</a:t>
            </a:r>
            <a:br>
              <a:rPr lang="en-US" sz="2000" dirty="0"/>
            </a:br>
            <a:r>
              <a:rPr lang="en-US" sz="2000" dirty="0"/>
              <a:t>Captures recurring patterns such as weekend spikes, month-end bills, or festive season overspending</a:t>
            </a:r>
          </a:p>
          <a:p>
            <a:r>
              <a:rPr lang="en-US" sz="2000" b="1" dirty="0"/>
              <a:t>Future Expense Estimation:</a:t>
            </a:r>
            <a:br>
              <a:rPr lang="en-US" sz="2000" dirty="0"/>
            </a:br>
            <a:r>
              <a:rPr lang="en-US" sz="2000" dirty="0"/>
              <a:t>Predicts short-term (weekly) and long-term (monthly) spending to aid proactive financial planning.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968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53AA-3EE2-0DB8-1DB4-D795BE3F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Prophet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1F16-6E6B-11B8-7547-4DFCFF338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33728"/>
            <a:ext cx="10353762" cy="4937760"/>
          </a:xfrm>
        </p:spPr>
        <p:txBody>
          <a:bodyPr/>
          <a:lstStyle/>
          <a:p>
            <a:r>
              <a:rPr lang="en-US" b="1" dirty="0"/>
              <a:t>Handles Holidays &amp; Seasonality Well:</a:t>
            </a:r>
            <a:br>
              <a:rPr lang="en-US" dirty="0"/>
            </a:br>
            <a:r>
              <a:rPr lang="en-US" dirty="0"/>
              <a:t>Prophet automatically models yearly, weekly, and daily seasonality, and allows adding custom holiday effects.</a:t>
            </a:r>
          </a:p>
          <a:p>
            <a:r>
              <a:rPr lang="en-US" b="1" dirty="0"/>
              <a:t>Simple &amp; Intuitive API:</a:t>
            </a:r>
            <a:br>
              <a:rPr lang="en-US" dirty="0"/>
            </a:br>
            <a:r>
              <a:rPr lang="en-US" dirty="0"/>
              <a:t>Easy to implement with minimal code — ideal for rapid experimentation and prototyping.</a:t>
            </a:r>
          </a:p>
          <a:p>
            <a:r>
              <a:rPr lang="en-US" b="1" dirty="0"/>
              <a:t>Fast &amp; Efficient Results:</a:t>
            </a:r>
            <a:br>
              <a:rPr lang="en-US" dirty="0"/>
            </a:br>
            <a:r>
              <a:rPr lang="en-US" dirty="0"/>
              <a:t>Trains quickly even on large datasets, providing reliable forecasts in seconds.</a:t>
            </a:r>
          </a:p>
          <a:p>
            <a:r>
              <a:rPr lang="en-US" b="1" dirty="0"/>
              <a:t>Robust to Missing Data &amp; Outliers:</a:t>
            </a:r>
            <a:br>
              <a:rPr lang="en-US" dirty="0"/>
            </a:br>
            <a:r>
              <a:rPr lang="en-US" dirty="0"/>
              <a:t>Performs well even when transaction records are incomplete or have irregular gaps.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32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DA08-F497-CB4A-DA84-3988EB2B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F749-F1DE-4FEE-F0C6-EDBB9333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Mean Absolute Error (MAE)</a:t>
            </a:r>
          </a:p>
          <a:p>
            <a:r>
              <a:rPr lang="en-IN" dirty="0"/>
              <a:t>Mean Squared Error (MSE)</a:t>
            </a:r>
          </a:p>
          <a:p>
            <a:r>
              <a:rPr lang="en-US" dirty="0"/>
              <a:t>Root Mean Squared Error (RMSE)</a:t>
            </a:r>
          </a:p>
          <a:p>
            <a:r>
              <a:rPr lang="en-IN" b="1" dirty="0"/>
              <a:t>Mean Absolute Percentage Error (MAPE)</a:t>
            </a:r>
          </a:p>
          <a:p>
            <a:r>
              <a:rPr lang="en-US" dirty="0"/>
              <a:t>R² Score (Coefficient of Determination)</a:t>
            </a:r>
          </a:p>
          <a:p>
            <a:pPr marL="36900" indent="0"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DB5E8-6A78-C62F-59D8-52FC0E68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450" y="1962912"/>
            <a:ext cx="3709107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43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61C3-5336-2190-70D3-B9E5B123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Forecast Demo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E691-C797-CDEB-8F48-F3F32BF0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84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418F-2DD0-E305-4539-E47D7FFC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RNNs &amp; LSTMs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23B5-FAE2-DBFC-A273-6F04191A7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04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7730-1C2F-8CB1-B3A5-14B08947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Building an LSTM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DC21-2614-98EE-51C2-875CBBA2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4C52-8F8A-6D57-6A3F-16EF4F44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Comparing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E2A7-3131-4EA3-2F68-E0E4FC6DF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51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7C95-A01E-AFA9-A54A-D12D49A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15C3-3099-BBC5-9CD6-EFEB592E1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0DA3-E907-3E0A-CDBE-7E2589F7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B2CA-8D9B-24D1-7CE9-1724D7F8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07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5E74-5223-F43D-15FB-907D5A12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02B83-D026-7104-4922-35E29BAD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803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4C44-66A9-C2C8-1FD6-EDF209E2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642C-E8CD-842D-C8AC-326B9355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24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5070-B5FC-3664-EF4E-47F24DBD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Budget Alerts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D0D29-4F07-5540-669E-AFA702E2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799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8125-0900-8DCF-AC93-2FB3A1F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75C1-FB4B-ED78-9E27-98687009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930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{69AACC94-3986-44A7-9097-55696E2E7419}tf55705232_win32</Template>
  <TotalTime>88</TotalTime>
  <Words>736</Words>
  <Application>Microsoft Office PowerPoint</Application>
  <PresentationFormat>Widescreen</PresentationFormat>
  <Paragraphs>61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Goudy Old Style</vt:lpstr>
      <vt:lpstr>Wingdings 2</vt:lpstr>
      <vt:lpstr>SlateVTI</vt:lpstr>
      <vt:lpstr>Budget wise AI Based expense forecasting tool</vt:lpstr>
      <vt:lpstr>Project AI-Based Expense Forecasting Tool </vt:lpstr>
      <vt:lpstr>Problem Statement</vt:lpstr>
      <vt:lpstr> Why AI for Expense Forecasting? </vt:lpstr>
      <vt:lpstr>Real-Life Use Cases</vt:lpstr>
      <vt:lpstr>Project Scope</vt:lpstr>
      <vt:lpstr>Feature Engineering </vt:lpstr>
      <vt:lpstr>Time Series Forecasting</vt:lpstr>
      <vt:lpstr>Prophet Model</vt:lpstr>
      <vt:lpstr>Model Evaluation Metrics</vt:lpstr>
      <vt:lpstr>Forecast Demo </vt:lpstr>
      <vt:lpstr>RNNs &amp; LSTMs </vt:lpstr>
      <vt:lpstr>Building an LSTM Model</vt:lpstr>
      <vt:lpstr>Comparing Models</vt:lpstr>
      <vt:lpstr>Anomaly Detection</vt:lpstr>
      <vt:lpstr>Application Layer</vt:lpstr>
      <vt:lpstr>Dashboard Overview</vt:lpstr>
      <vt:lpstr>Visualization Tools</vt:lpstr>
      <vt:lpstr>Budget Alerts </vt:lpstr>
      <vt:lpstr>API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RAJ</dc:creator>
  <cp:lastModifiedBy>ADITYA RAJ</cp:lastModifiedBy>
  <cp:revision>1</cp:revision>
  <dcterms:created xsi:type="dcterms:W3CDTF">2025-10-10T10:32:35Z</dcterms:created>
  <dcterms:modified xsi:type="dcterms:W3CDTF">2025-10-10T12:01:11Z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